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Bricolage Grotesque" charset="1" panose="020B0605040402000204"/>
      <p:regular r:id="rId15"/>
    </p:embeddedFont>
    <p:embeddedFont>
      <p:font typeface="Signature" charset="1" panose="00000000000000000000"/>
      <p:regular r:id="rId16"/>
    </p:embeddedFont>
    <p:embeddedFont>
      <p:font typeface="Bricolage Grotesque Bold" charset="1" panose="020B060504040200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35476" y="4565981"/>
            <a:ext cx="4238335" cy="986690"/>
            <a:chOff x="0" y="0"/>
            <a:chExt cx="777537" cy="1810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7537" cy="181012"/>
            </a:xfrm>
            <a:custGeom>
              <a:avLst/>
              <a:gdLst/>
              <a:ahLst/>
              <a:cxnLst/>
              <a:rect r="r" b="b" t="t" l="l"/>
              <a:pathLst>
                <a:path h="181012" w="777537">
                  <a:moveTo>
                    <a:pt x="90506" y="0"/>
                  </a:moveTo>
                  <a:lnTo>
                    <a:pt x="687032" y="0"/>
                  </a:lnTo>
                  <a:cubicBezTo>
                    <a:pt x="737017" y="0"/>
                    <a:pt x="777537" y="40521"/>
                    <a:pt x="777537" y="90506"/>
                  </a:cubicBezTo>
                  <a:lnTo>
                    <a:pt x="777537" y="90506"/>
                  </a:lnTo>
                  <a:cubicBezTo>
                    <a:pt x="777537" y="114510"/>
                    <a:pt x="768002" y="137530"/>
                    <a:pt x="751029" y="154503"/>
                  </a:cubicBezTo>
                  <a:cubicBezTo>
                    <a:pt x="734056" y="171476"/>
                    <a:pt x="711035" y="181012"/>
                    <a:pt x="687032" y="181012"/>
                  </a:cubicBezTo>
                  <a:lnTo>
                    <a:pt x="90506" y="181012"/>
                  </a:lnTo>
                  <a:cubicBezTo>
                    <a:pt x="66502" y="181012"/>
                    <a:pt x="43482" y="171476"/>
                    <a:pt x="26509" y="154503"/>
                  </a:cubicBezTo>
                  <a:cubicBezTo>
                    <a:pt x="9535" y="137530"/>
                    <a:pt x="0" y="114510"/>
                    <a:pt x="0" y="90506"/>
                  </a:cubicBezTo>
                  <a:lnTo>
                    <a:pt x="0" y="90506"/>
                  </a:lnTo>
                  <a:cubicBezTo>
                    <a:pt x="0" y="66502"/>
                    <a:pt x="9535" y="43482"/>
                    <a:pt x="26509" y="26509"/>
                  </a:cubicBezTo>
                  <a:cubicBezTo>
                    <a:pt x="43482" y="9535"/>
                    <a:pt x="66502" y="0"/>
                    <a:pt x="90506" y="0"/>
                  </a:cubicBezTo>
                  <a:close/>
                </a:path>
              </a:pathLst>
            </a:custGeom>
            <a:solidFill>
              <a:srgbClr val="161A1D"/>
            </a:solidFill>
            <a:ln w="19050" cap="rnd">
              <a:solidFill>
                <a:srgbClr val="FF6694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777537" cy="228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851882" y="7811726"/>
            <a:ext cx="2297952" cy="687279"/>
            <a:chOff x="0" y="0"/>
            <a:chExt cx="605222" cy="1810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5222" cy="181012"/>
            </a:xfrm>
            <a:custGeom>
              <a:avLst/>
              <a:gdLst/>
              <a:ahLst/>
              <a:cxnLst/>
              <a:rect r="r" b="b" t="t" l="l"/>
              <a:pathLst>
                <a:path h="181012" w="605222">
                  <a:moveTo>
                    <a:pt x="90506" y="0"/>
                  </a:moveTo>
                  <a:lnTo>
                    <a:pt x="514716" y="0"/>
                  </a:lnTo>
                  <a:cubicBezTo>
                    <a:pt x="538720" y="0"/>
                    <a:pt x="561740" y="9535"/>
                    <a:pt x="578713" y="26509"/>
                  </a:cubicBezTo>
                  <a:cubicBezTo>
                    <a:pt x="595687" y="43482"/>
                    <a:pt x="605222" y="66502"/>
                    <a:pt x="605222" y="90506"/>
                  </a:cubicBezTo>
                  <a:lnTo>
                    <a:pt x="605222" y="90506"/>
                  </a:lnTo>
                  <a:cubicBezTo>
                    <a:pt x="605222" y="114510"/>
                    <a:pt x="595687" y="137530"/>
                    <a:pt x="578713" y="154503"/>
                  </a:cubicBezTo>
                  <a:cubicBezTo>
                    <a:pt x="561740" y="171476"/>
                    <a:pt x="538720" y="181012"/>
                    <a:pt x="514716" y="181012"/>
                  </a:cubicBezTo>
                  <a:lnTo>
                    <a:pt x="90506" y="181012"/>
                  </a:lnTo>
                  <a:cubicBezTo>
                    <a:pt x="66502" y="181012"/>
                    <a:pt x="43482" y="171476"/>
                    <a:pt x="26509" y="154503"/>
                  </a:cubicBezTo>
                  <a:cubicBezTo>
                    <a:pt x="9535" y="137530"/>
                    <a:pt x="0" y="114510"/>
                    <a:pt x="0" y="90506"/>
                  </a:cubicBezTo>
                  <a:lnTo>
                    <a:pt x="0" y="90506"/>
                  </a:lnTo>
                  <a:cubicBezTo>
                    <a:pt x="0" y="66502"/>
                    <a:pt x="9535" y="43482"/>
                    <a:pt x="26509" y="26509"/>
                  </a:cubicBezTo>
                  <a:cubicBezTo>
                    <a:pt x="43482" y="9535"/>
                    <a:pt x="66502" y="0"/>
                    <a:pt x="90506" y="0"/>
                  </a:cubicBezTo>
                  <a:close/>
                </a:path>
              </a:pathLst>
            </a:custGeom>
            <a:solidFill>
              <a:srgbClr val="161A1D"/>
            </a:solidFill>
            <a:ln w="19050" cap="rnd">
              <a:solidFill>
                <a:srgbClr val="FF6694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05222" cy="228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1871757">
            <a:off x="2909831" y="6813061"/>
            <a:ext cx="578737" cy="976396"/>
          </a:xfrm>
          <a:custGeom>
            <a:avLst/>
            <a:gdLst/>
            <a:ahLst/>
            <a:cxnLst/>
            <a:rect r="r" b="b" t="t" l="l"/>
            <a:pathLst>
              <a:path h="976396" w="578737">
                <a:moveTo>
                  <a:pt x="0" y="0"/>
                </a:moveTo>
                <a:lnTo>
                  <a:pt x="578737" y="0"/>
                </a:lnTo>
                <a:lnTo>
                  <a:pt x="578737" y="976396"/>
                </a:lnTo>
                <a:lnTo>
                  <a:pt x="0" y="976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967616">
            <a:off x="14909797" y="4498222"/>
            <a:ext cx="439510" cy="741505"/>
          </a:xfrm>
          <a:custGeom>
            <a:avLst/>
            <a:gdLst/>
            <a:ahLst/>
            <a:cxnLst/>
            <a:rect r="r" b="b" t="t" l="l"/>
            <a:pathLst>
              <a:path h="741505" w="439510">
                <a:moveTo>
                  <a:pt x="0" y="0"/>
                </a:moveTo>
                <a:lnTo>
                  <a:pt x="439510" y="0"/>
                </a:lnTo>
                <a:lnTo>
                  <a:pt x="439510" y="741504"/>
                </a:lnTo>
                <a:lnTo>
                  <a:pt x="0" y="741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40749" y="-274554"/>
            <a:ext cx="12449301" cy="4723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06"/>
              </a:lnSpc>
              <a:spcBef>
                <a:spcPct val="0"/>
              </a:spcBef>
            </a:pPr>
            <a:r>
              <a:rPr lang="en-US" sz="27504" spc="-2777">
                <a:solidFill>
                  <a:srgbClr val="FF669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Portfolio.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05119" y="4750749"/>
            <a:ext cx="3299048" cy="560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1"/>
              </a:lnSpc>
              <a:spcBef>
                <a:spcPct val="0"/>
              </a:spcBef>
            </a:pPr>
            <a:r>
              <a:rPr lang="en-US" sz="3350" spc="-167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JULIA BULGURLU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41972" y="7932609"/>
            <a:ext cx="1717772" cy="397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7"/>
              </a:lnSpc>
              <a:spcBef>
                <a:spcPct val="0"/>
              </a:spcBef>
            </a:pPr>
            <a:r>
              <a:rPr lang="en-US" sz="2334" spc="-116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2007-2026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0893" y="9017689"/>
            <a:ext cx="268870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LINKEDIN.COM/IN/JULIABULGURLU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44464" y="9017689"/>
            <a:ext cx="185746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@JULIABULGURLU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859744" y="9123734"/>
            <a:ext cx="1355386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11 989670273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97950" y="988438"/>
            <a:ext cx="3875860" cy="334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06"/>
              </a:lnSpc>
              <a:spcBef>
                <a:spcPct val="0"/>
              </a:spcBef>
            </a:pPr>
            <a:r>
              <a:rPr lang="en-US" sz="19433">
                <a:solidFill>
                  <a:srgbClr val="D9D9D9"/>
                </a:solidFill>
                <a:latin typeface="Signature"/>
                <a:ea typeface="Signature"/>
                <a:cs typeface="Signature"/>
                <a:sym typeface="Signature"/>
              </a:rPr>
              <a:t>My</a:t>
            </a:r>
          </a:p>
        </p:txBody>
      </p:sp>
      <p:sp>
        <p:nvSpPr>
          <p:cNvPr name="TextBox 17" id="17"/>
          <p:cNvSpPr txBox="true"/>
          <p:nvPr/>
        </p:nvSpPr>
        <p:spPr>
          <a:xfrm rot="-692186">
            <a:off x="4503830" y="5700646"/>
            <a:ext cx="10126918" cy="1854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6"/>
              </a:lnSpc>
            </a:pPr>
            <a:r>
              <a:rPr lang="en-US" sz="7200">
                <a:solidFill>
                  <a:srgbClr val="D9D9D9"/>
                </a:solidFill>
                <a:latin typeface="Signature"/>
                <a:ea typeface="Signature"/>
                <a:cs typeface="Signature"/>
                <a:sym typeface="Signature"/>
              </a:rPr>
              <a:t>Busco crescer na área de tecnologia aplicando organização, criatividade e análise estratégica para transformar dados em soluções eficientes.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757883"/>
            <a:ext cx="6605039" cy="4061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63"/>
              </a:lnSpc>
            </a:pPr>
            <a:r>
              <a:rPr lang="en-US" sz="19433" spc="-1962">
                <a:solidFill>
                  <a:srgbClr val="FF669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Sobre mim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65200" y="1725989"/>
            <a:ext cx="12357600" cy="214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193" spc="-109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SOU ESTUDANTE DE SISTEMAS DE INFORMAÇÃO, APAIXONADA POR TECNOLOGIA, ORGANIZAÇÃO E ANÁLISE DE DADOS. SEMPRE FUI RECONHECIDA PELA CRIATIVIDADE E ATENÇÃO AOS DETALHES, E HOJE APLICO ESSAS HABILIDADES NA CONSTRUÇÃO DE SOLUÇÕES PRÁTICAS E EFICIENTES.</a:t>
            </a:r>
          </a:p>
          <a:p>
            <a:pPr algn="l">
              <a:lnSpc>
                <a:spcPts val="2851"/>
              </a:lnSpc>
            </a:pPr>
            <a:r>
              <a:rPr lang="en-US" sz="2193" spc="-109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ACREDITO QUE TECNOLOGIA NÃO É APENAS CÓDIGO, MAS ESTRATÉGIA, ANÁLISE E MELHORIA CONTÍNUA.</a:t>
            </a:r>
          </a:p>
          <a:p>
            <a:pPr algn="l">
              <a:lnSpc>
                <a:spcPts val="2851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-692186">
            <a:off x="8667545" y="5800363"/>
            <a:ext cx="4614556" cy="3862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6"/>
              </a:lnSpc>
            </a:pPr>
            <a:r>
              <a:rPr lang="en-US" sz="7803">
                <a:solidFill>
                  <a:srgbClr val="D9D9D9"/>
                </a:solidFill>
                <a:latin typeface="Signature"/>
                <a:ea typeface="Signature"/>
                <a:cs typeface="Signature"/>
                <a:sym typeface="Signature"/>
              </a:rPr>
              <a:t>studante de Sistemas de Informação | Criatividade aplicada à Tecnologia</a:t>
            </a:r>
          </a:p>
          <a:p>
            <a:pPr algn="ctr">
              <a:lnSpc>
                <a:spcPts val="4916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1871757">
            <a:off x="5922690" y="4307606"/>
            <a:ext cx="578737" cy="976396"/>
          </a:xfrm>
          <a:custGeom>
            <a:avLst/>
            <a:gdLst/>
            <a:ahLst/>
            <a:cxnLst/>
            <a:rect r="r" b="b" t="t" l="l"/>
            <a:pathLst>
              <a:path h="976396" w="578737">
                <a:moveTo>
                  <a:pt x="0" y="0"/>
                </a:moveTo>
                <a:lnTo>
                  <a:pt x="578736" y="0"/>
                </a:lnTo>
                <a:lnTo>
                  <a:pt x="578736" y="976396"/>
                </a:lnTo>
                <a:lnTo>
                  <a:pt x="0" y="976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621709" y="4209266"/>
            <a:ext cx="3765468" cy="2015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6"/>
              </a:lnSpc>
            </a:pPr>
            <a:r>
              <a:rPr lang="en-US" sz="1766" spc="-88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ESTOU NO INÍCIO DA MINHA JORNADA NA PROGRAMAÇÃO, AINDA APRENDENDO E DESENVOLVENDO MINHAS HABILIDADES, MAS TENHO MUITA DEDICAÇÃO, CURIOSIDADE E VONTADE DE EVOLUIR NA ÁREA DE TECNOLOGIA."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002597">
            <a:off x="16223895" y="6241472"/>
            <a:ext cx="1595376" cy="3374834"/>
          </a:xfrm>
          <a:custGeom>
            <a:avLst/>
            <a:gdLst/>
            <a:ahLst/>
            <a:cxnLst/>
            <a:rect r="r" b="b" t="t" l="l"/>
            <a:pathLst>
              <a:path h="3374834" w="1595376">
                <a:moveTo>
                  <a:pt x="0" y="0"/>
                </a:moveTo>
                <a:lnTo>
                  <a:pt x="1595377" y="0"/>
                </a:lnTo>
                <a:lnTo>
                  <a:pt x="1595377" y="3374834"/>
                </a:lnTo>
                <a:lnTo>
                  <a:pt x="0" y="3374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36550" y="-106643"/>
            <a:ext cx="12999184" cy="3332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6"/>
              </a:lnSpc>
              <a:spcBef>
                <a:spcPct val="0"/>
              </a:spcBef>
            </a:pPr>
            <a:r>
              <a:rPr lang="en-US" sz="19433" spc="-1962">
                <a:solidFill>
                  <a:srgbClr val="FF669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Habilidades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81306" y="3593666"/>
            <a:ext cx="3879221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-79">
                <a:solidFill>
                  <a:srgbClr val="FF669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📊 POWER BI (INICIANTE)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242899" y="234137"/>
            <a:ext cx="10518235" cy="334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6"/>
              </a:lnSpc>
              <a:spcBef>
                <a:spcPct val="0"/>
              </a:spcBef>
            </a:pPr>
            <a:r>
              <a:rPr lang="en-US" sz="19433">
                <a:solidFill>
                  <a:srgbClr val="D9D9D9"/>
                </a:solidFill>
                <a:latin typeface="Signature"/>
                <a:ea typeface="Signature"/>
                <a:cs typeface="Signature"/>
                <a:sym typeface="Signature"/>
              </a:rPr>
              <a:t> Técnicas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9391" y="3057092"/>
            <a:ext cx="6046987" cy="160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💻 HTML E CSS</a:t>
            </a:r>
          </a:p>
          <a:p>
            <a:pPr algn="l">
              <a:lnSpc>
                <a:spcPts val="1820"/>
              </a:lnSpc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📊 POWER BI</a:t>
            </a:r>
          </a:p>
          <a:p>
            <a:pPr algn="l">
              <a:lnSpc>
                <a:spcPts val="1820"/>
              </a:lnSpc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📈 EXCEL INTERMEDIÁRIO</a:t>
            </a:r>
          </a:p>
          <a:p>
            <a:pPr algn="l">
              <a:lnSpc>
                <a:spcPts val="1820"/>
              </a:lnSpc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🗄️ BANCO DE DADOS (CONCEITOS E ADMINISTRAÇÃO)</a:t>
            </a:r>
          </a:p>
          <a:p>
            <a:pPr algn="l">
              <a:lnSpc>
                <a:spcPts val="1820"/>
              </a:lnSpc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🎨 CANVA (DESIGN ESTRATÉGICO)</a:t>
            </a:r>
          </a:p>
          <a:p>
            <a:pPr algn="l">
              <a:lnSpc>
                <a:spcPts val="1820"/>
              </a:lnSpc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📝 WORD E POWERPOINT</a:t>
            </a:r>
          </a:p>
          <a:p>
            <a:pPr algn="l">
              <a:lnSpc>
                <a:spcPts val="1820"/>
              </a:lnSpc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📊 ORGANIZAÇÃO E ESTRUTURAÇÃO DE DADOS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79283" y="3237105"/>
            <a:ext cx="48423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-79">
                <a:solidFill>
                  <a:srgbClr val="FF669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📈 EXCEL INTERMEDIÁRIO (EM DESENVOLVIMENTO)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2771" y="5231777"/>
            <a:ext cx="314011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-79">
                <a:solidFill>
                  <a:srgbClr val="FF669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💻 HTML E CSS (INICIANTE)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2771" y="5694629"/>
            <a:ext cx="2984353" cy="160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ESTOU INICIANDO MEUS ESTUDOS EM DESENVOLVIMENTO WEB UTILIZANDO HTML E CSS, APRENDENDO A ESTRUTURAR PÁGINAS, ORGANIZAR CONTEÚDOS E APLICAR ESTILOS BÁSICOS PARA CRIAÇÃO DE INTERFACES SIMPLES.</a:t>
            </a:r>
          </a:p>
        </p:txBody>
      </p:sp>
      <p:sp>
        <p:nvSpPr>
          <p:cNvPr name="TextBox 10" id="10"/>
          <p:cNvSpPr txBox="true"/>
          <p:nvPr/>
        </p:nvSpPr>
        <p:spPr>
          <a:xfrm rot="-692186">
            <a:off x="11399246" y="8023949"/>
            <a:ext cx="6876918" cy="1591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5"/>
              </a:lnSpc>
            </a:pPr>
            <a:r>
              <a:rPr lang="en-US" sz="6198">
                <a:solidFill>
                  <a:srgbClr val="D9D9D9"/>
                </a:solidFill>
                <a:latin typeface="Signature"/>
                <a:ea typeface="Signature"/>
                <a:cs typeface="Signature"/>
                <a:sym typeface="Signature"/>
              </a:rPr>
              <a:t>"Meu objetivo é evoluir constantemente na tecnologia, aprendendo, aplicando e criando soluções que gerem impacto real."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97338" y="4227830"/>
            <a:ext cx="4974894" cy="915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ESTOU COMEÇANDO A TRABALHAR COM POWER BI PARA CRIAÇÃO DE DASHBOARDS E VISUALIZAÇÃO DE DADOS, APRENDENDO A TRANSFORMAR INFORMAÇÕES EM GRÁFICOS E RELATÓRIOS MAIS CLAROS E ESTRATÉGICOS.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10196" y="3612476"/>
            <a:ext cx="4580476" cy="915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POSSUO CONHECIMENTO INTERMEDIÁRIO EM EXCEL E CONTINUO APRIMORANDO MINHAS HABILIDADES EM ORGANIZAÇÃO DE DADOS, CRIAÇÃO DE PLANILHAS E USO DE FÓRMULAS PARA ANÁLISE E CONTROLE DE INFORMAÇÕES.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2771" y="7867599"/>
            <a:ext cx="479750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-79">
                <a:solidFill>
                  <a:srgbClr val="FF669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🗄️ BANCO DE DADOS (CONCEITOS INICIAIS)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9391" y="8346232"/>
            <a:ext cx="3768255" cy="915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TENHO CONHECIMENTOS INICIAIS SOBRE CONCEITOS DE BANCO DE DADOS, COMO ORGANIZAÇÃO, ESTRUTURA E ADMINISTRAÇÃO BÁSICA DAS INFORMAÇÕES.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93166" y="4918671"/>
            <a:ext cx="479750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-79">
                <a:solidFill>
                  <a:srgbClr val="FF669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🎨 CANVA (INICIANTE EM DESIGN ESTRATÉGICO)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10196" y="5418099"/>
            <a:ext cx="4711388" cy="915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UTILIZO O CANVA PARA CRIAR MATERIAIS VISUAIS ORGANIZADOS E ESTRATÉGICOS, DESENVOLVENDO HABILIDADES EM DESIGN SIMPLES PARA APRESENTAÇÕES E CONTEÚDOS VISUAIS.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84290" y="7426604"/>
            <a:ext cx="57088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-79">
                <a:solidFill>
                  <a:srgbClr val="FF669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📝 WORD E POWERPOINT (INICIANTE A INTERMEDIÁRIO)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495189" y="7909839"/>
            <a:ext cx="5125387" cy="915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TENHO EXPERIÊNCIA NA CRIAÇÃO DE DOCUMENTOS ORGANIZADOS NO WORD E APRESENTAÇÕES NO POWERPOINT, BUSCANDO SEMPRE CLAREZA VISUAL E BOA ESTRUTURA DAS INFORMAÇÕES.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22092" y="5611774"/>
            <a:ext cx="544381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-79">
                <a:solidFill>
                  <a:srgbClr val="FF669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📊 ORGANIZAÇÃO E ESTRUTURAÇÃO DE DADOS (INICIANTE)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64628" y="6110884"/>
            <a:ext cx="4840315" cy="68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TENHO INTERESSE EM ORGANIZAÇÃO E ANÁLISE DE DADOS, COMEÇANDO A APLICAR CONCEITOS BÁSICOS PARA ESTRUTURAR INFORMAÇÕES DE FORMA LÓGICA E EFICIENTE.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5672" y="170477"/>
            <a:ext cx="4214490" cy="1716447"/>
          </a:xfrm>
          <a:custGeom>
            <a:avLst/>
            <a:gdLst/>
            <a:ahLst/>
            <a:cxnLst/>
            <a:rect r="r" b="b" t="t" l="l"/>
            <a:pathLst>
              <a:path h="1716447" w="4214490">
                <a:moveTo>
                  <a:pt x="0" y="0"/>
                </a:moveTo>
                <a:lnTo>
                  <a:pt x="4214490" y="0"/>
                </a:lnTo>
                <a:lnTo>
                  <a:pt x="4214490" y="1716446"/>
                </a:lnTo>
                <a:lnTo>
                  <a:pt x="0" y="1716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25471" y="1103099"/>
            <a:ext cx="790698" cy="717378"/>
          </a:xfrm>
          <a:custGeom>
            <a:avLst/>
            <a:gdLst/>
            <a:ahLst/>
            <a:cxnLst/>
            <a:rect r="r" b="b" t="t" l="l"/>
            <a:pathLst>
              <a:path h="717378" w="790698">
                <a:moveTo>
                  <a:pt x="0" y="0"/>
                </a:moveTo>
                <a:lnTo>
                  <a:pt x="790698" y="0"/>
                </a:lnTo>
                <a:lnTo>
                  <a:pt x="790698" y="717378"/>
                </a:lnTo>
                <a:lnTo>
                  <a:pt x="0" y="717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485842"/>
            <a:ext cx="13538582" cy="1325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11842" spc="-1196">
                <a:solidFill>
                  <a:srgbClr val="FF669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Projetos Acadêmicos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262887" y="8047215"/>
            <a:ext cx="5025113" cy="255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76"/>
              </a:lnSpc>
              <a:spcBef>
                <a:spcPct val="0"/>
              </a:spcBef>
            </a:pPr>
            <a:r>
              <a:rPr lang="en-US" sz="14768">
                <a:solidFill>
                  <a:srgbClr val="D9D9D9"/>
                </a:solidFill>
                <a:latin typeface="Signature"/>
                <a:ea typeface="Signature"/>
                <a:cs typeface="Signature"/>
                <a:sym typeface="Signature"/>
              </a:rPr>
              <a:t>e Práticos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96312" y="895917"/>
            <a:ext cx="3721236" cy="183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2261" indent="-151130" lvl="1">
              <a:lnSpc>
                <a:spcPts val="1820"/>
              </a:lnSpc>
              <a:buFont typeface="Arial"/>
              <a:buChar char="•"/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ALTA ORGANIZAÇÃO</a:t>
            </a:r>
          </a:p>
          <a:p>
            <a:pPr algn="l" marL="302261" indent="-151130" lvl="1">
              <a:lnSpc>
                <a:spcPts val="1820"/>
              </a:lnSpc>
              <a:buFont typeface="Arial"/>
              <a:buChar char="•"/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FACILIDADE EM APRENDER NOVAS TECNOLOGIAS</a:t>
            </a:r>
          </a:p>
          <a:p>
            <a:pPr algn="l" marL="302261" indent="-151130" lvl="1">
              <a:lnSpc>
                <a:spcPts val="1820"/>
              </a:lnSpc>
              <a:buFont typeface="Arial"/>
              <a:buChar char="•"/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CRIATIVIDADE APLICADA À RESOLUÇÃO DE PROBLEMAS</a:t>
            </a:r>
          </a:p>
          <a:p>
            <a:pPr algn="l" marL="302261" indent="-151130" lvl="1">
              <a:lnSpc>
                <a:spcPts val="1820"/>
              </a:lnSpc>
              <a:buFont typeface="Arial"/>
              <a:buChar char="•"/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ATENÇÃO AOS DETALHES</a:t>
            </a:r>
          </a:p>
          <a:p>
            <a:pPr algn="l" marL="302261" indent="-151130" lvl="1">
              <a:lnSpc>
                <a:spcPts val="1820"/>
              </a:lnSpc>
              <a:buFont typeface="Arial"/>
              <a:buChar char="•"/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MENTALIDADE DE CRESCIMENTO CONTÍNUO</a:t>
            </a:r>
          </a:p>
          <a:p>
            <a:pPr algn="l">
              <a:lnSpc>
                <a:spcPts val="182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81950" y="3155517"/>
            <a:ext cx="5953893" cy="183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DESENVOLVIMENTO DE PAINEL INTERATIVO PARA ANÁLISE DE DESEMPENHO E VISUALIZAÇÃO DE MÉTRICAS, COM FOCO EM CLAREZA VISUAL E TOMADA DE DECISÃO ESTRATÉGICA.</a:t>
            </a:r>
          </a:p>
          <a:p>
            <a:pPr algn="l">
              <a:lnSpc>
                <a:spcPts val="1820"/>
              </a:lnSpc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COMPETÊNCIAS APLICADAS:</a:t>
            </a:r>
          </a:p>
          <a:p>
            <a:pPr algn="ctr">
              <a:lnSpc>
                <a:spcPts val="1820"/>
              </a:lnSpc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✔ ORGANIZAÇÃO DE DADOS</a:t>
            </a:r>
          </a:p>
          <a:p>
            <a:pPr algn="ctr">
              <a:lnSpc>
                <a:spcPts val="1820"/>
              </a:lnSpc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✔ CRIAÇÃO DE INDICADORES</a:t>
            </a:r>
          </a:p>
          <a:p>
            <a:pPr algn="ctr">
              <a:lnSpc>
                <a:spcPts val="1820"/>
              </a:lnSpc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✔ VISUALIZAÇÃO ESTRATÉGICA</a:t>
            </a:r>
          </a:p>
          <a:p>
            <a:pPr algn="ctr">
              <a:lnSpc>
                <a:spcPts val="182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12623" y="2706937"/>
            <a:ext cx="5953893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 spc="-79">
                <a:solidFill>
                  <a:srgbClr val="FF669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📊 1. DASHBOARD DE ANÁLISE DE DADOS (POWER BI)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42419" y="3155517"/>
            <a:ext cx="5953893" cy="160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CRIAÇÃO DE SITE ESTRUTURADO COM FOCO EM ORGANIZAÇÃO VISUAL, RESPONSIVIDADE BÁSICA E BOA EXPERIÊNCIA DO USUÁRIO.</a:t>
            </a:r>
          </a:p>
          <a:p>
            <a:pPr algn="l">
              <a:lnSpc>
                <a:spcPts val="1820"/>
              </a:lnSpc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COMPETÊNCIAS APLICADAS:</a:t>
            </a:r>
          </a:p>
          <a:p>
            <a:pPr algn="ctr">
              <a:lnSpc>
                <a:spcPts val="1820"/>
              </a:lnSpc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✔ ESTRUTURAÇÃO SEMÂNTICA</a:t>
            </a:r>
          </a:p>
          <a:p>
            <a:pPr algn="ctr">
              <a:lnSpc>
                <a:spcPts val="1820"/>
              </a:lnSpc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✔ ESTILIZAÇÃO</a:t>
            </a:r>
          </a:p>
          <a:p>
            <a:pPr algn="ctr">
              <a:lnSpc>
                <a:spcPts val="1820"/>
              </a:lnSpc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✔ ORGANIZAÇÃO DE LAYOUT</a:t>
            </a:r>
          </a:p>
          <a:p>
            <a:pPr algn="l">
              <a:lnSpc>
                <a:spcPts val="182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973092" y="2706937"/>
            <a:ext cx="5953893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 spc="-79">
                <a:solidFill>
                  <a:srgbClr val="FF669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💻 2. DESENVOLVIMENTO DE PÁGINA WEB (HTML &amp; CSS)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71570" y="6135910"/>
            <a:ext cx="5953893" cy="160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CRIAÇÃO DE PLANILHAS ESTRUTURADAS PARA CONTROLE FINANCEIRO, ORGANIZAÇÃO DE METAS E PLANEJAMENTO MENSAL.</a:t>
            </a:r>
          </a:p>
          <a:p>
            <a:pPr algn="l">
              <a:lnSpc>
                <a:spcPts val="1820"/>
              </a:lnSpc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COMPETÊNCIAS APLICADAS:</a:t>
            </a:r>
          </a:p>
          <a:p>
            <a:pPr algn="ctr">
              <a:lnSpc>
                <a:spcPts val="1820"/>
              </a:lnSpc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✔ ESTRUTURAÇÃO LÓGICA</a:t>
            </a:r>
          </a:p>
          <a:p>
            <a:pPr algn="ctr">
              <a:lnSpc>
                <a:spcPts val="1820"/>
              </a:lnSpc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✔ CONTROLE DE DADOS</a:t>
            </a:r>
          </a:p>
          <a:p>
            <a:pPr algn="ctr">
              <a:lnSpc>
                <a:spcPts val="1820"/>
              </a:lnSpc>
            </a:pPr>
            <a:r>
              <a:rPr lang="en-US" sz="1400" spc="-70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✔ PLANEJAMENTO ESTRATÉGICO</a:t>
            </a:r>
          </a:p>
          <a:p>
            <a:pPr algn="ctr">
              <a:lnSpc>
                <a:spcPts val="182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4802243" y="5792712"/>
            <a:ext cx="5953893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 spc="-79">
                <a:solidFill>
                  <a:srgbClr val="FF669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📊 3. ORGANIZAÇÃO FINANCEIRA E PLANEJAMENTO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9017">
            <a:off x="13391653" y="9367120"/>
            <a:ext cx="4734548" cy="456238"/>
          </a:xfrm>
          <a:custGeom>
            <a:avLst/>
            <a:gdLst/>
            <a:ahLst/>
            <a:cxnLst/>
            <a:rect r="r" b="b" t="t" l="l"/>
            <a:pathLst>
              <a:path h="456238" w="4734548">
                <a:moveTo>
                  <a:pt x="0" y="0"/>
                </a:moveTo>
                <a:lnTo>
                  <a:pt x="4734548" y="0"/>
                </a:lnTo>
                <a:lnTo>
                  <a:pt x="4734548" y="456238"/>
                </a:lnTo>
                <a:lnTo>
                  <a:pt x="0" y="456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77927" y="626839"/>
            <a:ext cx="4361999" cy="2982021"/>
          </a:xfrm>
          <a:custGeom>
            <a:avLst/>
            <a:gdLst/>
            <a:ahLst/>
            <a:cxnLst/>
            <a:rect r="r" b="b" t="t" l="l"/>
            <a:pathLst>
              <a:path h="2982021" w="4361999">
                <a:moveTo>
                  <a:pt x="0" y="0"/>
                </a:moveTo>
                <a:lnTo>
                  <a:pt x="4361999" y="0"/>
                </a:lnTo>
                <a:lnTo>
                  <a:pt x="4361999" y="2982021"/>
                </a:lnTo>
                <a:lnTo>
                  <a:pt x="0" y="29820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2559" y="1333500"/>
            <a:ext cx="14328902" cy="850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8"/>
              </a:lnSpc>
            </a:pPr>
            <a:r>
              <a:rPr lang="en-US" sz="7595" spc="-767">
                <a:solidFill>
                  <a:srgbClr val="FF669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 que estou aprendendo atualmente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28665" y="6393534"/>
            <a:ext cx="4650267" cy="1169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400" spc="-120">
                <a:solidFill>
                  <a:srgbClr val="FBF6F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LÓGICA DE PROGRAMAÇÃO</a:t>
            </a: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228665" y="7354607"/>
            <a:ext cx="4010962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400" spc="-120">
                <a:solidFill>
                  <a:srgbClr val="FBF6F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DESENVOLVIMENTO WEB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28665" y="8075914"/>
            <a:ext cx="5558752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400" spc="-120">
                <a:solidFill>
                  <a:srgbClr val="FBF6F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ESTRUTURA DE BANCO DE DADOS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00583" y="8180557"/>
            <a:ext cx="1420096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400" spc="-120">
                <a:solidFill>
                  <a:srgbClr val="FBF6F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INGLÊS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00583" y="6528656"/>
            <a:ext cx="5558752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400" spc="-120">
                <a:solidFill>
                  <a:srgbClr val="FBF6F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DAX (DATA ANALYSIS EXPRESSION)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00583" y="7354607"/>
            <a:ext cx="5558752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400" spc="-120">
                <a:solidFill>
                  <a:srgbClr val="FBF6F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POWER QUERY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31853" y="2262776"/>
            <a:ext cx="8715033" cy="3511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04"/>
              </a:lnSpc>
              <a:spcBef>
                <a:spcPct val="0"/>
              </a:spcBef>
            </a:pPr>
            <a:r>
              <a:rPr lang="en-US" sz="6645">
                <a:solidFill>
                  <a:srgbClr val="D9D9D9"/>
                </a:solidFill>
                <a:latin typeface="Signature"/>
                <a:ea typeface="Signature"/>
                <a:cs typeface="Signature"/>
                <a:sym typeface="Signature"/>
              </a:rPr>
              <a:t>Atualmente estou desenvolvendo novos projetos e aprimorando minhas habilidades em programação e análise de dados.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25897" y="826057"/>
            <a:ext cx="3937903" cy="2189848"/>
            <a:chOff x="0" y="0"/>
            <a:chExt cx="406390" cy="225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390" cy="225992"/>
            </a:xfrm>
            <a:custGeom>
              <a:avLst/>
              <a:gdLst/>
              <a:ahLst/>
              <a:cxnLst/>
              <a:rect r="r" b="b" t="t" l="l"/>
              <a:pathLst>
                <a:path h="225992" w="406390">
                  <a:moveTo>
                    <a:pt x="100266" y="0"/>
                  </a:moveTo>
                  <a:lnTo>
                    <a:pt x="306124" y="0"/>
                  </a:lnTo>
                  <a:cubicBezTo>
                    <a:pt x="332716" y="0"/>
                    <a:pt x="358219" y="10564"/>
                    <a:pt x="377023" y="29367"/>
                  </a:cubicBezTo>
                  <a:cubicBezTo>
                    <a:pt x="395827" y="48171"/>
                    <a:pt x="406390" y="73674"/>
                    <a:pt x="406390" y="100266"/>
                  </a:cubicBezTo>
                  <a:lnTo>
                    <a:pt x="406390" y="125726"/>
                  </a:lnTo>
                  <a:cubicBezTo>
                    <a:pt x="406390" y="181101"/>
                    <a:pt x="361500" y="225992"/>
                    <a:pt x="306124" y="225992"/>
                  </a:cubicBezTo>
                  <a:lnTo>
                    <a:pt x="100266" y="225992"/>
                  </a:lnTo>
                  <a:cubicBezTo>
                    <a:pt x="44891" y="225992"/>
                    <a:pt x="0" y="181101"/>
                    <a:pt x="0" y="125726"/>
                  </a:cubicBezTo>
                  <a:lnTo>
                    <a:pt x="0" y="100266"/>
                  </a:lnTo>
                  <a:cubicBezTo>
                    <a:pt x="0" y="44891"/>
                    <a:pt x="44891" y="0"/>
                    <a:pt x="100266" y="0"/>
                  </a:cubicBezTo>
                  <a:close/>
                </a:path>
              </a:pathLst>
            </a:custGeom>
            <a:solidFill>
              <a:srgbClr val="161A1D"/>
            </a:solidFill>
            <a:ln w="19050" cap="rnd">
              <a:solidFill>
                <a:srgbClr val="FF6694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06390" cy="273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834879">
            <a:off x="12718665" y="8832909"/>
            <a:ext cx="5554903" cy="797886"/>
          </a:xfrm>
          <a:custGeom>
            <a:avLst/>
            <a:gdLst/>
            <a:ahLst/>
            <a:cxnLst/>
            <a:rect r="r" b="b" t="t" l="l"/>
            <a:pathLst>
              <a:path h="797886" w="5554903">
                <a:moveTo>
                  <a:pt x="0" y="0"/>
                </a:moveTo>
                <a:lnTo>
                  <a:pt x="5554903" y="0"/>
                </a:lnTo>
                <a:lnTo>
                  <a:pt x="5554903" y="797887"/>
                </a:lnTo>
                <a:lnTo>
                  <a:pt x="0" y="797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73387" y="4223298"/>
            <a:ext cx="9830789" cy="188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7"/>
              </a:lnSpc>
            </a:pPr>
            <a:r>
              <a:rPr lang="en-US" sz="9048" spc="-913">
                <a:solidFill>
                  <a:srgbClr val="FF669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Aprendizados  que pretendo desenvolver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404176" y="1132179"/>
            <a:ext cx="3181343" cy="1478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 spc="-70">
                <a:solidFill>
                  <a:srgbClr val="D9D9D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FERRAMENTAS DE DESIGN E EDIÇÃO, COMO FIGMA, ADOBE E OUTROS APLICATIVOS DE CRIAÇÃO VISUAL, PARA MELHORAR MINHAS HABILIDADES EM DESIGN DE INTERFACES E PROJETOS VISUAIS.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2606483">
            <a:off x="12564054" y="2429162"/>
            <a:ext cx="919212" cy="1944487"/>
          </a:xfrm>
          <a:custGeom>
            <a:avLst/>
            <a:gdLst/>
            <a:ahLst/>
            <a:cxnLst/>
            <a:rect r="r" b="b" t="t" l="l"/>
            <a:pathLst>
              <a:path h="1944487" w="919212">
                <a:moveTo>
                  <a:pt x="0" y="0"/>
                </a:moveTo>
                <a:lnTo>
                  <a:pt x="919212" y="0"/>
                </a:lnTo>
                <a:lnTo>
                  <a:pt x="919212" y="1944488"/>
                </a:lnTo>
                <a:lnTo>
                  <a:pt x="0" y="194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161233" y="5704958"/>
            <a:ext cx="3937903" cy="1865647"/>
            <a:chOff x="0" y="0"/>
            <a:chExt cx="406390" cy="1925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390" cy="192534"/>
            </a:xfrm>
            <a:custGeom>
              <a:avLst/>
              <a:gdLst/>
              <a:ahLst/>
              <a:cxnLst/>
              <a:rect r="r" b="b" t="t" l="l"/>
              <a:pathLst>
                <a:path h="192534" w="406390">
                  <a:moveTo>
                    <a:pt x="96267" y="0"/>
                  </a:moveTo>
                  <a:lnTo>
                    <a:pt x="310123" y="0"/>
                  </a:lnTo>
                  <a:cubicBezTo>
                    <a:pt x="335655" y="0"/>
                    <a:pt x="360141" y="10142"/>
                    <a:pt x="378194" y="28196"/>
                  </a:cubicBezTo>
                  <a:cubicBezTo>
                    <a:pt x="396248" y="46250"/>
                    <a:pt x="406390" y="70735"/>
                    <a:pt x="406390" y="96267"/>
                  </a:cubicBezTo>
                  <a:lnTo>
                    <a:pt x="406390" y="96267"/>
                  </a:lnTo>
                  <a:cubicBezTo>
                    <a:pt x="406390" y="121799"/>
                    <a:pt x="396248" y="146285"/>
                    <a:pt x="378194" y="164338"/>
                  </a:cubicBezTo>
                  <a:cubicBezTo>
                    <a:pt x="360141" y="182392"/>
                    <a:pt x="335655" y="192534"/>
                    <a:pt x="310123" y="192534"/>
                  </a:cubicBezTo>
                  <a:lnTo>
                    <a:pt x="96267" y="192534"/>
                  </a:lnTo>
                  <a:cubicBezTo>
                    <a:pt x="70735" y="192534"/>
                    <a:pt x="46250" y="182392"/>
                    <a:pt x="28196" y="164338"/>
                  </a:cubicBezTo>
                  <a:cubicBezTo>
                    <a:pt x="10142" y="146285"/>
                    <a:pt x="0" y="121799"/>
                    <a:pt x="0" y="96267"/>
                  </a:cubicBezTo>
                  <a:lnTo>
                    <a:pt x="0" y="96267"/>
                  </a:lnTo>
                  <a:cubicBezTo>
                    <a:pt x="0" y="70735"/>
                    <a:pt x="10142" y="46250"/>
                    <a:pt x="28196" y="28196"/>
                  </a:cubicBezTo>
                  <a:cubicBezTo>
                    <a:pt x="46250" y="10142"/>
                    <a:pt x="70735" y="0"/>
                    <a:pt x="96267" y="0"/>
                  </a:cubicBezTo>
                  <a:close/>
                </a:path>
              </a:pathLst>
            </a:custGeom>
            <a:solidFill>
              <a:srgbClr val="161A1D"/>
            </a:solidFill>
            <a:ln w="19050" cap="rnd">
              <a:solidFill>
                <a:srgbClr val="FF6694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06390" cy="240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7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539513" y="6011081"/>
            <a:ext cx="3181343" cy="123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 spc="-70">
                <a:solidFill>
                  <a:srgbClr val="D9D9D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LINGUAGENS DE PROGRAMAÇÃO, APROFUNDANDO MEUS CONHECIMENTOS PARA DESENVOLVER SOLUÇÕES DIGITAIS E PROJETOS TECNOLÓGICOS.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7755063">
            <a:off x="14280844" y="4856719"/>
            <a:ext cx="401229" cy="848753"/>
          </a:xfrm>
          <a:custGeom>
            <a:avLst/>
            <a:gdLst/>
            <a:ahLst/>
            <a:cxnLst/>
            <a:rect r="r" b="b" t="t" l="l"/>
            <a:pathLst>
              <a:path h="848753" w="401229">
                <a:moveTo>
                  <a:pt x="0" y="0"/>
                </a:moveTo>
                <a:lnTo>
                  <a:pt x="401228" y="0"/>
                </a:lnTo>
                <a:lnTo>
                  <a:pt x="401228" y="848753"/>
                </a:lnTo>
                <a:lnTo>
                  <a:pt x="0" y="8487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54576" y="1160754"/>
            <a:ext cx="3937903" cy="2189848"/>
            <a:chOff x="0" y="0"/>
            <a:chExt cx="406390" cy="2259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390" cy="225992"/>
            </a:xfrm>
            <a:custGeom>
              <a:avLst/>
              <a:gdLst/>
              <a:ahLst/>
              <a:cxnLst/>
              <a:rect r="r" b="b" t="t" l="l"/>
              <a:pathLst>
                <a:path h="225992" w="406390">
                  <a:moveTo>
                    <a:pt x="100266" y="0"/>
                  </a:moveTo>
                  <a:lnTo>
                    <a:pt x="306124" y="0"/>
                  </a:lnTo>
                  <a:cubicBezTo>
                    <a:pt x="332716" y="0"/>
                    <a:pt x="358219" y="10564"/>
                    <a:pt x="377023" y="29367"/>
                  </a:cubicBezTo>
                  <a:cubicBezTo>
                    <a:pt x="395827" y="48171"/>
                    <a:pt x="406390" y="73674"/>
                    <a:pt x="406390" y="100266"/>
                  </a:cubicBezTo>
                  <a:lnTo>
                    <a:pt x="406390" y="125726"/>
                  </a:lnTo>
                  <a:cubicBezTo>
                    <a:pt x="406390" y="181101"/>
                    <a:pt x="361500" y="225992"/>
                    <a:pt x="306124" y="225992"/>
                  </a:cubicBezTo>
                  <a:lnTo>
                    <a:pt x="100266" y="225992"/>
                  </a:lnTo>
                  <a:cubicBezTo>
                    <a:pt x="44891" y="225992"/>
                    <a:pt x="0" y="181101"/>
                    <a:pt x="0" y="125726"/>
                  </a:cubicBezTo>
                  <a:lnTo>
                    <a:pt x="0" y="100266"/>
                  </a:lnTo>
                  <a:cubicBezTo>
                    <a:pt x="0" y="44891"/>
                    <a:pt x="44891" y="0"/>
                    <a:pt x="100266" y="0"/>
                  </a:cubicBezTo>
                  <a:close/>
                </a:path>
              </a:pathLst>
            </a:custGeom>
            <a:solidFill>
              <a:srgbClr val="161A1D"/>
            </a:solidFill>
            <a:ln w="19050" cap="rnd">
              <a:solidFill>
                <a:srgbClr val="FF6694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06390" cy="273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7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32856" y="1466877"/>
            <a:ext cx="3181343" cy="1478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 spc="-70">
                <a:solidFill>
                  <a:srgbClr val="D9D9D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FERRAMENTAS TECNOLÓGICAS E ANÁLISE DE DADOS, BUSCANDO APRENDER NOVAS PLATAFORMAS E RECURSOS QUE CONTRIBUAM PARA ORGANIZAÇÃO E INTERPRETAÇÃO DE INFORMAÇÕES.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942338" y="2105697"/>
            <a:ext cx="3937903" cy="1490257"/>
            <a:chOff x="0" y="0"/>
            <a:chExt cx="406390" cy="1537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6390" cy="153794"/>
            </a:xfrm>
            <a:custGeom>
              <a:avLst/>
              <a:gdLst/>
              <a:ahLst/>
              <a:cxnLst/>
              <a:rect r="r" b="b" t="t" l="l"/>
              <a:pathLst>
                <a:path h="153794" w="406390">
                  <a:moveTo>
                    <a:pt x="76897" y="0"/>
                  </a:moveTo>
                  <a:lnTo>
                    <a:pt x="329493" y="0"/>
                  </a:lnTo>
                  <a:cubicBezTo>
                    <a:pt x="349888" y="0"/>
                    <a:pt x="369447" y="8102"/>
                    <a:pt x="383868" y="22523"/>
                  </a:cubicBezTo>
                  <a:cubicBezTo>
                    <a:pt x="398289" y="36944"/>
                    <a:pt x="406390" y="56503"/>
                    <a:pt x="406390" y="76897"/>
                  </a:cubicBezTo>
                  <a:lnTo>
                    <a:pt x="406390" y="76897"/>
                  </a:lnTo>
                  <a:cubicBezTo>
                    <a:pt x="406390" y="119366"/>
                    <a:pt x="371962" y="153794"/>
                    <a:pt x="329493" y="153794"/>
                  </a:cubicBezTo>
                  <a:lnTo>
                    <a:pt x="76897" y="153794"/>
                  </a:lnTo>
                  <a:cubicBezTo>
                    <a:pt x="34428" y="153794"/>
                    <a:pt x="0" y="119366"/>
                    <a:pt x="0" y="76897"/>
                  </a:cubicBezTo>
                  <a:lnTo>
                    <a:pt x="0" y="76897"/>
                  </a:lnTo>
                  <a:cubicBezTo>
                    <a:pt x="0" y="34428"/>
                    <a:pt x="34428" y="0"/>
                    <a:pt x="76897" y="0"/>
                  </a:cubicBezTo>
                  <a:close/>
                </a:path>
              </a:pathLst>
            </a:custGeom>
            <a:solidFill>
              <a:srgbClr val="161A1D"/>
            </a:solidFill>
            <a:ln w="19050" cap="rnd">
              <a:solidFill>
                <a:srgbClr val="FF6694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06390" cy="201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7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7320618" y="2411819"/>
            <a:ext cx="3181343" cy="98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 spc="-70">
                <a:solidFill>
                  <a:srgbClr val="D9D9D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DESIGN GRÁFICO, COM FOCO EM CRIAÇÃO VISUAL, IDENTIDADE DIGITAL E MELHORIA DA EXPERIÊNCIA DO USUÁRIO.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613975" y="7411725"/>
            <a:ext cx="3937903" cy="2189848"/>
            <a:chOff x="0" y="0"/>
            <a:chExt cx="406390" cy="2259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6390" cy="225992"/>
            </a:xfrm>
            <a:custGeom>
              <a:avLst/>
              <a:gdLst/>
              <a:ahLst/>
              <a:cxnLst/>
              <a:rect r="r" b="b" t="t" l="l"/>
              <a:pathLst>
                <a:path h="225992" w="406390">
                  <a:moveTo>
                    <a:pt x="100266" y="0"/>
                  </a:moveTo>
                  <a:lnTo>
                    <a:pt x="306124" y="0"/>
                  </a:lnTo>
                  <a:cubicBezTo>
                    <a:pt x="332716" y="0"/>
                    <a:pt x="358219" y="10564"/>
                    <a:pt x="377023" y="29367"/>
                  </a:cubicBezTo>
                  <a:cubicBezTo>
                    <a:pt x="395827" y="48171"/>
                    <a:pt x="406390" y="73674"/>
                    <a:pt x="406390" y="100266"/>
                  </a:cubicBezTo>
                  <a:lnTo>
                    <a:pt x="406390" y="125726"/>
                  </a:lnTo>
                  <a:cubicBezTo>
                    <a:pt x="406390" y="181101"/>
                    <a:pt x="361500" y="225992"/>
                    <a:pt x="306124" y="225992"/>
                  </a:cubicBezTo>
                  <a:lnTo>
                    <a:pt x="100266" y="225992"/>
                  </a:lnTo>
                  <a:cubicBezTo>
                    <a:pt x="44891" y="225992"/>
                    <a:pt x="0" y="181101"/>
                    <a:pt x="0" y="125726"/>
                  </a:cubicBezTo>
                  <a:lnTo>
                    <a:pt x="0" y="100266"/>
                  </a:lnTo>
                  <a:cubicBezTo>
                    <a:pt x="0" y="44891"/>
                    <a:pt x="44891" y="0"/>
                    <a:pt x="100266" y="0"/>
                  </a:cubicBezTo>
                  <a:close/>
                </a:path>
              </a:pathLst>
            </a:custGeom>
            <a:solidFill>
              <a:srgbClr val="161A1D"/>
            </a:solidFill>
            <a:ln w="19050" cap="rnd">
              <a:solidFill>
                <a:srgbClr val="FF6694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406390" cy="273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7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992254" y="7717847"/>
            <a:ext cx="3181343" cy="1478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 spc="-70">
                <a:solidFill>
                  <a:srgbClr val="D9D9D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NOVAS TECNOLOGIAS E METODOLOGIAS, QUE POSSAM AMPLIAR MINHAS HABILIDADES E CONTRIBUIR PARA MEU CRESCIMENTO PROFISSIONAL NA ÁREA DE TECNOLOGIA.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454576" y="6641001"/>
            <a:ext cx="3937903" cy="1865647"/>
            <a:chOff x="0" y="0"/>
            <a:chExt cx="406390" cy="19253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6390" cy="192534"/>
            </a:xfrm>
            <a:custGeom>
              <a:avLst/>
              <a:gdLst/>
              <a:ahLst/>
              <a:cxnLst/>
              <a:rect r="r" b="b" t="t" l="l"/>
              <a:pathLst>
                <a:path h="192534" w="406390">
                  <a:moveTo>
                    <a:pt x="96267" y="0"/>
                  </a:moveTo>
                  <a:lnTo>
                    <a:pt x="310123" y="0"/>
                  </a:lnTo>
                  <a:cubicBezTo>
                    <a:pt x="335655" y="0"/>
                    <a:pt x="360141" y="10142"/>
                    <a:pt x="378194" y="28196"/>
                  </a:cubicBezTo>
                  <a:cubicBezTo>
                    <a:pt x="396248" y="46250"/>
                    <a:pt x="406390" y="70735"/>
                    <a:pt x="406390" y="96267"/>
                  </a:cubicBezTo>
                  <a:lnTo>
                    <a:pt x="406390" y="96267"/>
                  </a:lnTo>
                  <a:cubicBezTo>
                    <a:pt x="406390" y="121799"/>
                    <a:pt x="396248" y="146285"/>
                    <a:pt x="378194" y="164338"/>
                  </a:cubicBezTo>
                  <a:cubicBezTo>
                    <a:pt x="360141" y="182392"/>
                    <a:pt x="335655" y="192534"/>
                    <a:pt x="310123" y="192534"/>
                  </a:cubicBezTo>
                  <a:lnTo>
                    <a:pt x="96267" y="192534"/>
                  </a:lnTo>
                  <a:cubicBezTo>
                    <a:pt x="70735" y="192534"/>
                    <a:pt x="46250" y="182392"/>
                    <a:pt x="28196" y="164338"/>
                  </a:cubicBezTo>
                  <a:cubicBezTo>
                    <a:pt x="10142" y="146285"/>
                    <a:pt x="0" y="121799"/>
                    <a:pt x="0" y="96267"/>
                  </a:cubicBezTo>
                  <a:lnTo>
                    <a:pt x="0" y="96267"/>
                  </a:lnTo>
                  <a:cubicBezTo>
                    <a:pt x="0" y="70735"/>
                    <a:pt x="10142" y="46250"/>
                    <a:pt x="28196" y="28196"/>
                  </a:cubicBezTo>
                  <a:cubicBezTo>
                    <a:pt x="46250" y="10142"/>
                    <a:pt x="70735" y="0"/>
                    <a:pt x="96267" y="0"/>
                  </a:cubicBezTo>
                  <a:close/>
                </a:path>
              </a:pathLst>
            </a:custGeom>
            <a:solidFill>
              <a:srgbClr val="161A1D"/>
            </a:solidFill>
            <a:ln w="19050" cap="rnd">
              <a:solidFill>
                <a:srgbClr val="FF6694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06390" cy="240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7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832856" y="6947124"/>
            <a:ext cx="3181343" cy="123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 spc="-70">
                <a:solidFill>
                  <a:srgbClr val="D9D9D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APRENDIZADO DE NOVOS IDIOMAS, COMO ESPANHOL, ALÉM DE CONTINUAR EVOLUINDO NO INGLÊS, PARA AMPLIAR MINHA COMUNICAÇÃO E OPORTUNIDADES PROFISSIONAIS.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8933917">
            <a:off x="9178280" y="6099437"/>
            <a:ext cx="562699" cy="1190325"/>
          </a:xfrm>
          <a:custGeom>
            <a:avLst/>
            <a:gdLst/>
            <a:ahLst/>
            <a:cxnLst/>
            <a:rect r="r" b="b" t="t" l="l"/>
            <a:pathLst>
              <a:path h="1190325" w="562699">
                <a:moveTo>
                  <a:pt x="0" y="0"/>
                </a:moveTo>
                <a:lnTo>
                  <a:pt x="562700" y="0"/>
                </a:lnTo>
                <a:lnTo>
                  <a:pt x="562700" y="1190325"/>
                </a:lnTo>
                <a:lnTo>
                  <a:pt x="0" y="1190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-4064852">
            <a:off x="3448864" y="3453949"/>
            <a:ext cx="730500" cy="1545289"/>
          </a:xfrm>
          <a:custGeom>
            <a:avLst/>
            <a:gdLst/>
            <a:ahLst/>
            <a:cxnLst/>
            <a:rect r="r" b="b" t="t" l="l"/>
            <a:pathLst>
              <a:path h="1545289" w="730500">
                <a:moveTo>
                  <a:pt x="0" y="0"/>
                </a:moveTo>
                <a:lnTo>
                  <a:pt x="730500" y="0"/>
                </a:lnTo>
                <a:lnTo>
                  <a:pt x="730500" y="1545288"/>
                </a:lnTo>
                <a:lnTo>
                  <a:pt x="0" y="1545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-7974363">
            <a:off x="4758419" y="6213406"/>
            <a:ext cx="401229" cy="848753"/>
          </a:xfrm>
          <a:custGeom>
            <a:avLst/>
            <a:gdLst/>
            <a:ahLst/>
            <a:cxnLst/>
            <a:rect r="r" b="b" t="t" l="l"/>
            <a:pathLst>
              <a:path h="848753" w="401229">
                <a:moveTo>
                  <a:pt x="0" y="0"/>
                </a:moveTo>
                <a:lnTo>
                  <a:pt x="401228" y="0"/>
                </a:lnTo>
                <a:lnTo>
                  <a:pt x="401228" y="848752"/>
                </a:lnTo>
                <a:lnTo>
                  <a:pt x="0" y="8487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-1622261">
            <a:off x="8998606" y="3736556"/>
            <a:ext cx="204893" cy="433428"/>
          </a:xfrm>
          <a:custGeom>
            <a:avLst/>
            <a:gdLst/>
            <a:ahLst/>
            <a:cxnLst/>
            <a:rect r="r" b="b" t="t" l="l"/>
            <a:pathLst>
              <a:path h="433428" w="204893">
                <a:moveTo>
                  <a:pt x="0" y="0"/>
                </a:moveTo>
                <a:lnTo>
                  <a:pt x="204893" y="0"/>
                </a:lnTo>
                <a:lnTo>
                  <a:pt x="204893" y="433428"/>
                </a:lnTo>
                <a:lnTo>
                  <a:pt x="0" y="4334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6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55165" y="5143500"/>
            <a:ext cx="3937903" cy="2189848"/>
            <a:chOff x="0" y="0"/>
            <a:chExt cx="406390" cy="225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390" cy="225992"/>
            </a:xfrm>
            <a:custGeom>
              <a:avLst/>
              <a:gdLst/>
              <a:ahLst/>
              <a:cxnLst/>
              <a:rect r="r" b="b" t="t" l="l"/>
              <a:pathLst>
                <a:path h="225992" w="406390">
                  <a:moveTo>
                    <a:pt x="100266" y="0"/>
                  </a:moveTo>
                  <a:lnTo>
                    <a:pt x="306124" y="0"/>
                  </a:lnTo>
                  <a:cubicBezTo>
                    <a:pt x="332716" y="0"/>
                    <a:pt x="358219" y="10564"/>
                    <a:pt x="377023" y="29367"/>
                  </a:cubicBezTo>
                  <a:cubicBezTo>
                    <a:pt x="395827" y="48171"/>
                    <a:pt x="406390" y="73674"/>
                    <a:pt x="406390" y="100266"/>
                  </a:cubicBezTo>
                  <a:lnTo>
                    <a:pt x="406390" y="125726"/>
                  </a:lnTo>
                  <a:cubicBezTo>
                    <a:pt x="406390" y="181101"/>
                    <a:pt x="361500" y="225992"/>
                    <a:pt x="306124" y="225992"/>
                  </a:cubicBezTo>
                  <a:lnTo>
                    <a:pt x="100266" y="225992"/>
                  </a:lnTo>
                  <a:cubicBezTo>
                    <a:pt x="44891" y="225992"/>
                    <a:pt x="0" y="181101"/>
                    <a:pt x="0" y="125726"/>
                  </a:cubicBezTo>
                  <a:lnTo>
                    <a:pt x="0" y="100266"/>
                  </a:lnTo>
                  <a:cubicBezTo>
                    <a:pt x="0" y="44891"/>
                    <a:pt x="44891" y="0"/>
                    <a:pt x="100266" y="0"/>
                  </a:cubicBezTo>
                  <a:close/>
                </a:path>
              </a:pathLst>
            </a:custGeom>
            <a:solidFill>
              <a:srgbClr val="161A1D"/>
            </a:solidFill>
            <a:ln w="19050" cap="rnd">
              <a:solidFill>
                <a:srgbClr val="FBF6F3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06390" cy="273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670173" y="5771064"/>
            <a:ext cx="3264755" cy="915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b="true" sz="1400" spc="-70">
                <a:solidFill>
                  <a:srgbClr val="FF669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COZINHAR – GOSTO DE PREPARAR RECEITAS, TESTAR NOVAS IDEIAS E EXPLORAR MINHA CRIATIVIDADE NA COZINHA.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9865" y="7809173"/>
            <a:ext cx="22535242" cy="1831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44"/>
              </a:lnSpc>
            </a:pPr>
            <a:r>
              <a:rPr lang="en-US" sz="16421" spc="-1658">
                <a:solidFill>
                  <a:srgbClr val="FF669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Hobbies &amp; interesses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176980" y="4952575"/>
            <a:ext cx="3937903" cy="2189848"/>
            <a:chOff x="0" y="0"/>
            <a:chExt cx="406390" cy="2259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390" cy="225992"/>
            </a:xfrm>
            <a:custGeom>
              <a:avLst/>
              <a:gdLst/>
              <a:ahLst/>
              <a:cxnLst/>
              <a:rect r="r" b="b" t="t" l="l"/>
              <a:pathLst>
                <a:path h="225992" w="406390">
                  <a:moveTo>
                    <a:pt x="100266" y="0"/>
                  </a:moveTo>
                  <a:lnTo>
                    <a:pt x="306124" y="0"/>
                  </a:lnTo>
                  <a:cubicBezTo>
                    <a:pt x="332716" y="0"/>
                    <a:pt x="358219" y="10564"/>
                    <a:pt x="377023" y="29367"/>
                  </a:cubicBezTo>
                  <a:cubicBezTo>
                    <a:pt x="395827" y="48171"/>
                    <a:pt x="406390" y="73674"/>
                    <a:pt x="406390" y="100266"/>
                  </a:cubicBezTo>
                  <a:lnTo>
                    <a:pt x="406390" y="125726"/>
                  </a:lnTo>
                  <a:cubicBezTo>
                    <a:pt x="406390" y="181101"/>
                    <a:pt x="361500" y="225992"/>
                    <a:pt x="306124" y="225992"/>
                  </a:cubicBezTo>
                  <a:lnTo>
                    <a:pt x="100266" y="225992"/>
                  </a:lnTo>
                  <a:cubicBezTo>
                    <a:pt x="44891" y="225992"/>
                    <a:pt x="0" y="181101"/>
                    <a:pt x="0" y="125726"/>
                  </a:cubicBezTo>
                  <a:lnTo>
                    <a:pt x="0" y="100266"/>
                  </a:lnTo>
                  <a:cubicBezTo>
                    <a:pt x="0" y="44891"/>
                    <a:pt x="44891" y="0"/>
                    <a:pt x="100266" y="0"/>
                  </a:cubicBezTo>
                  <a:close/>
                </a:path>
              </a:pathLst>
            </a:custGeom>
            <a:solidFill>
              <a:srgbClr val="161A1D"/>
            </a:solidFill>
            <a:ln w="19050" cap="rnd">
              <a:solidFill>
                <a:srgbClr val="FBF6F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06390" cy="273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7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511622" y="5694439"/>
            <a:ext cx="3264755" cy="68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b="true" sz="1400" spc="-70">
                <a:solidFill>
                  <a:srgbClr val="FF669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DANÇAR – UMA FORMA DE EXPRESSÃO E DIVERSÃO QUE ME AJUDA A MANTER ENERGIA E EQUILÍBRIO NO DIA A DIA.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98795" y="4048576"/>
            <a:ext cx="3937903" cy="2189848"/>
            <a:chOff x="0" y="0"/>
            <a:chExt cx="406390" cy="2259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390" cy="225992"/>
            </a:xfrm>
            <a:custGeom>
              <a:avLst/>
              <a:gdLst/>
              <a:ahLst/>
              <a:cxnLst/>
              <a:rect r="r" b="b" t="t" l="l"/>
              <a:pathLst>
                <a:path h="225992" w="406390">
                  <a:moveTo>
                    <a:pt x="100266" y="0"/>
                  </a:moveTo>
                  <a:lnTo>
                    <a:pt x="306124" y="0"/>
                  </a:lnTo>
                  <a:cubicBezTo>
                    <a:pt x="332716" y="0"/>
                    <a:pt x="358219" y="10564"/>
                    <a:pt x="377023" y="29367"/>
                  </a:cubicBezTo>
                  <a:cubicBezTo>
                    <a:pt x="395827" y="48171"/>
                    <a:pt x="406390" y="73674"/>
                    <a:pt x="406390" y="100266"/>
                  </a:cubicBezTo>
                  <a:lnTo>
                    <a:pt x="406390" y="125726"/>
                  </a:lnTo>
                  <a:cubicBezTo>
                    <a:pt x="406390" y="181101"/>
                    <a:pt x="361500" y="225992"/>
                    <a:pt x="306124" y="225992"/>
                  </a:cubicBezTo>
                  <a:lnTo>
                    <a:pt x="100266" y="225992"/>
                  </a:lnTo>
                  <a:cubicBezTo>
                    <a:pt x="44891" y="225992"/>
                    <a:pt x="0" y="181101"/>
                    <a:pt x="0" y="125726"/>
                  </a:cubicBezTo>
                  <a:lnTo>
                    <a:pt x="0" y="100266"/>
                  </a:lnTo>
                  <a:cubicBezTo>
                    <a:pt x="0" y="44891"/>
                    <a:pt x="44891" y="0"/>
                    <a:pt x="100266" y="0"/>
                  </a:cubicBezTo>
                  <a:close/>
                </a:path>
              </a:pathLst>
            </a:custGeom>
            <a:solidFill>
              <a:srgbClr val="161A1D"/>
            </a:solidFill>
            <a:ln w="19050" cap="rnd">
              <a:solidFill>
                <a:srgbClr val="FBF6F3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6390" cy="273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35369" y="4561840"/>
            <a:ext cx="3264755" cy="114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b="true" sz="1400" spc="-70">
                <a:solidFill>
                  <a:srgbClr val="FF669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LER – GOSTO DE APRENDER COISAS NOVAS ATRAVÉS DA LEITURA, EXPLORANDO CONHECIMENTOS QUE CONTRIBUEM PARA MEU CRESCIMENTO PESSOAL E PROFISSIONAL.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8700" y="582987"/>
            <a:ext cx="3937903" cy="2189848"/>
            <a:chOff x="0" y="0"/>
            <a:chExt cx="406390" cy="2259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6390" cy="225992"/>
            </a:xfrm>
            <a:custGeom>
              <a:avLst/>
              <a:gdLst/>
              <a:ahLst/>
              <a:cxnLst/>
              <a:rect r="r" b="b" t="t" l="l"/>
              <a:pathLst>
                <a:path h="225992" w="406390">
                  <a:moveTo>
                    <a:pt x="100266" y="0"/>
                  </a:moveTo>
                  <a:lnTo>
                    <a:pt x="306124" y="0"/>
                  </a:lnTo>
                  <a:cubicBezTo>
                    <a:pt x="332716" y="0"/>
                    <a:pt x="358219" y="10564"/>
                    <a:pt x="377023" y="29367"/>
                  </a:cubicBezTo>
                  <a:cubicBezTo>
                    <a:pt x="395827" y="48171"/>
                    <a:pt x="406390" y="73674"/>
                    <a:pt x="406390" y="100266"/>
                  </a:cubicBezTo>
                  <a:lnTo>
                    <a:pt x="406390" y="125726"/>
                  </a:lnTo>
                  <a:cubicBezTo>
                    <a:pt x="406390" y="181101"/>
                    <a:pt x="361500" y="225992"/>
                    <a:pt x="306124" y="225992"/>
                  </a:cubicBezTo>
                  <a:lnTo>
                    <a:pt x="100266" y="225992"/>
                  </a:lnTo>
                  <a:cubicBezTo>
                    <a:pt x="44891" y="225992"/>
                    <a:pt x="0" y="181101"/>
                    <a:pt x="0" y="125726"/>
                  </a:cubicBezTo>
                  <a:lnTo>
                    <a:pt x="0" y="100266"/>
                  </a:lnTo>
                  <a:cubicBezTo>
                    <a:pt x="0" y="44891"/>
                    <a:pt x="44891" y="0"/>
                    <a:pt x="100266" y="0"/>
                  </a:cubicBezTo>
                  <a:close/>
                </a:path>
              </a:pathLst>
            </a:custGeom>
            <a:solidFill>
              <a:srgbClr val="161A1D"/>
            </a:solidFill>
            <a:ln w="19050" cap="rnd">
              <a:solidFill>
                <a:srgbClr val="FBF6F3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406390" cy="273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7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535369" y="1189929"/>
            <a:ext cx="3264755" cy="915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b="true" sz="1400" spc="-70">
                <a:solidFill>
                  <a:srgbClr val="FF669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SER CRIATIVA – GOSTO DE CRIAR IDEIAS, PENSAR EM SOLUÇÕES DIFERENTES E DESENVOLVER PROJETOS QUE ENVOLVAM CRIATIVIDADE.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175048" y="1458985"/>
            <a:ext cx="3937903" cy="2189848"/>
            <a:chOff x="0" y="0"/>
            <a:chExt cx="406390" cy="2259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6390" cy="225992"/>
            </a:xfrm>
            <a:custGeom>
              <a:avLst/>
              <a:gdLst/>
              <a:ahLst/>
              <a:cxnLst/>
              <a:rect r="r" b="b" t="t" l="l"/>
              <a:pathLst>
                <a:path h="225992" w="406390">
                  <a:moveTo>
                    <a:pt x="100266" y="0"/>
                  </a:moveTo>
                  <a:lnTo>
                    <a:pt x="306124" y="0"/>
                  </a:lnTo>
                  <a:cubicBezTo>
                    <a:pt x="332716" y="0"/>
                    <a:pt x="358219" y="10564"/>
                    <a:pt x="377023" y="29367"/>
                  </a:cubicBezTo>
                  <a:cubicBezTo>
                    <a:pt x="395827" y="48171"/>
                    <a:pt x="406390" y="73674"/>
                    <a:pt x="406390" y="100266"/>
                  </a:cubicBezTo>
                  <a:lnTo>
                    <a:pt x="406390" y="125726"/>
                  </a:lnTo>
                  <a:cubicBezTo>
                    <a:pt x="406390" y="181101"/>
                    <a:pt x="361500" y="225992"/>
                    <a:pt x="306124" y="225992"/>
                  </a:cubicBezTo>
                  <a:lnTo>
                    <a:pt x="100266" y="225992"/>
                  </a:lnTo>
                  <a:cubicBezTo>
                    <a:pt x="44891" y="225992"/>
                    <a:pt x="0" y="181101"/>
                    <a:pt x="0" y="125726"/>
                  </a:cubicBezTo>
                  <a:lnTo>
                    <a:pt x="0" y="100266"/>
                  </a:lnTo>
                  <a:cubicBezTo>
                    <a:pt x="0" y="44891"/>
                    <a:pt x="44891" y="0"/>
                    <a:pt x="100266" y="0"/>
                  </a:cubicBezTo>
                  <a:close/>
                </a:path>
              </a:pathLst>
            </a:custGeom>
            <a:solidFill>
              <a:srgbClr val="161A1D"/>
            </a:solidFill>
            <a:ln w="19050" cap="rnd">
              <a:solidFill>
                <a:srgbClr val="FBF6F3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06390" cy="273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7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511622" y="1972249"/>
            <a:ext cx="3264755" cy="114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b="true" sz="1400" spc="-70">
                <a:solidFill>
                  <a:srgbClr val="FF669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APRENDER COISAS NOVAS – TENHO CURIOSIDADE POR NOVAS TECNOLOGIAS, FERRAMENTAS E CONHECIMENTOS QUE POSSAM CONTRIBUIR PARA MINHA EVOLUÇÃO.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997026" y="2334983"/>
            <a:ext cx="3937903" cy="2189848"/>
            <a:chOff x="0" y="0"/>
            <a:chExt cx="406390" cy="2259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6390" cy="225992"/>
            </a:xfrm>
            <a:custGeom>
              <a:avLst/>
              <a:gdLst/>
              <a:ahLst/>
              <a:cxnLst/>
              <a:rect r="r" b="b" t="t" l="l"/>
              <a:pathLst>
                <a:path h="225992" w="406390">
                  <a:moveTo>
                    <a:pt x="100266" y="0"/>
                  </a:moveTo>
                  <a:lnTo>
                    <a:pt x="306124" y="0"/>
                  </a:lnTo>
                  <a:cubicBezTo>
                    <a:pt x="332716" y="0"/>
                    <a:pt x="358219" y="10564"/>
                    <a:pt x="377023" y="29367"/>
                  </a:cubicBezTo>
                  <a:cubicBezTo>
                    <a:pt x="395827" y="48171"/>
                    <a:pt x="406390" y="73674"/>
                    <a:pt x="406390" y="100266"/>
                  </a:cubicBezTo>
                  <a:lnTo>
                    <a:pt x="406390" y="125726"/>
                  </a:lnTo>
                  <a:cubicBezTo>
                    <a:pt x="406390" y="181101"/>
                    <a:pt x="361500" y="225992"/>
                    <a:pt x="306124" y="225992"/>
                  </a:cubicBezTo>
                  <a:lnTo>
                    <a:pt x="100266" y="225992"/>
                  </a:lnTo>
                  <a:cubicBezTo>
                    <a:pt x="44891" y="225992"/>
                    <a:pt x="0" y="181101"/>
                    <a:pt x="0" y="125726"/>
                  </a:cubicBezTo>
                  <a:lnTo>
                    <a:pt x="0" y="100266"/>
                  </a:lnTo>
                  <a:cubicBezTo>
                    <a:pt x="0" y="44891"/>
                    <a:pt x="44891" y="0"/>
                    <a:pt x="100266" y="0"/>
                  </a:cubicBezTo>
                  <a:close/>
                </a:path>
              </a:pathLst>
            </a:custGeom>
            <a:solidFill>
              <a:srgbClr val="161A1D"/>
            </a:solidFill>
            <a:ln w="19050" cap="rnd">
              <a:solidFill>
                <a:srgbClr val="FBF6F3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406390" cy="273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7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3333599" y="2962546"/>
            <a:ext cx="3264755" cy="915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b="true" sz="1400" spc="-70">
                <a:solidFill>
                  <a:srgbClr val="FF669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ORGANIZAR E PLANEJAR – GOSTO DE ESTRUTURAR IDEIAS, ORGANIZAR INFORMAÇÕES E PLANEJAR ATIVIDADES DE FORMA EFICIENTE.</a:t>
            </a:r>
          </a:p>
        </p:txBody>
      </p:sp>
      <p:sp>
        <p:nvSpPr>
          <p:cNvPr name="TextBox 27" id="27"/>
          <p:cNvSpPr txBox="true"/>
          <p:nvPr/>
        </p:nvSpPr>
        <p:spPr>
          <a:xfrm rot="409332">
            <a:off x="12088417" y="-137969"/>
            <a:ext cx="7769513" cy="2667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70"/>
              </a:lnSpc>
              <a:spcBef>
                <a:spcPct val="0"/>
              </a:spcBef>
            </a:pPr>
            <a:r>
              <a:rPr lang="en-US" sz="15478">
                <a:solidFill>
                  <a:srgbClr val="D9D9D9"/>
                </a:solidFill>
                <a:latin typeface="Signature"/>
                <a:ea typeface="Signature"/>
                <a:cs typeface="Signature"/>
                <a:sym typeface="Signature"/>
              </a:rPr>
              <a:t>Criatividade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3185" y="754679"/>
            <a:ext cx="12157631" cy="5430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41"/>
              </a:lnSpc>
            </a:pPr>
            <a:r>
              <a:rPr lang="en-US" sz="13430" spc="-1356">
                <a:solidFill>
                  <a:srgbClr val="FF669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Profissões que eu gostaria </a:t>
            </a:r>
          </a:p>
          <a:p>
            <a:pPr algn="l">
              <a:lnSpc>
                <a:spcPts val="10341"/>
              </a:lnSpc>
            </a:pPr>
          </a:p>
          <a:p>
            <a:pPr algn="l">
              <a:lnSpc>
                <a:spcPts val="10341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6164052" y="1158965"/>
            <a:ext cx="8592817" cy="292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48"/>
              </a:lnSpc>
              <a:spcBef>
                <a:spcPct val="0"/>
              </a:spcBef>
            </a:pPr>
            <a:r>
              <a:rPr lang="en-US" sz="16963">
                <a:solidFill>
                  <a:srgbClr val="D9D9D9"/>
                </a:solidFill>
                <a:latin typeface="Signature"/>
                <a:ea typeface="Signature"/>
                <a:cs typeface="Signature"/>
                <a:sym typeface="Signature"/>
              </a:rPr>
              <a:t>de alcançar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883341">
            <a:off x="14294503" y="8764142"/>
            <a:ext cx="3764924" cy="1191085"/>
          </a:xfrm>
          <a:custGeom>
            <a:avLst/>
            <a:gdLst/>
            <a:ahLst/>
            <a:cxnLst/>
            <a:rect r="r" b="b" t="t" l="l"/>
            <a:pathLst>
              <a:path h="1191085" w="3764924">
                <a:moveTo>
                  <a:pt x="0" y="0"/>
                </a:moveTo>
                <a:lnTo>
                  <a:pt x="3764925" y="0"/>
                </a:lnTo>
                <a:lnTo>
                  <a:pt x="3764925" y="1191085"/>
                </a:lnTo>
                <a:lnTo>
                  <a:pt x="0" y="11910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916176">
            <a:off x="15940740" y="-54956"/>
            <a:ext cx="1508945" cy="2545767"/>
          </a:xfrm>
          <a:custGeom>
            <a:avLst/>
            <a:gdLst/>
            <a:ahLst/>
            <a:cxnLst/>
            <a:rect r="r" b="b" t="t" l="l"/>
            <a:pathLst>
              <a:path h="2545767" w="1508945">
                <a:moveTo>
                  <a:pt x="0" y="0"/>
                </a:moveTo>
                <a:lnTo>
                  <a:pt x="1508945" y="0"/>
                </a:lnTo>
                <a:lnTo>
                  <a:pt x="1508945" y="2545766"/>
                </a:lnTo>
                <a:lnTo>
                  <a:pt x="0" y="25457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28593">
            <a:off x="63578" y="8451542"/>
            <a:ext cx="3135644" cy="1482305"/>
          </a:xfrm>
          <a:custGeom>
            <a:avLst/>
            <a:gdLst/>
            <a:ahLst/>
            <a:cxnLst/>
            <a:rect r="r" b="b" t="t" l="l"/>
            <a:pathLst>
              <a:path h="1482305" w="3135644">
                <a:moveTo>
                  <a:pt x="0" y="0"/>
                </a:moveTo>
                <a:lnTo>
                  <a:pt x="3135644" y="0"/>
                </a:lnTo>
                <a:lnTo>
                  <a:pt x="3135644" y="1482304"/>
                </a:lnTo>
                <a:lnTo>
                  <a:pt x="0" y="14823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95688" y="5840482"/>
            <a:ext cx="2742978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spc="-105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ANALISTA DE DADOS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09023" y="7285492"/>
            <a:ext cx="6124952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spc="-105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DESIGNER DE INTERFACE (UI/UX)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41840" y="4956810"/>
            <a:ext cx="5184271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spc="-105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ADMINISTRADORA DE BANCO DE DADOS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42787" y="7114042"/>
            <a:ext cx="5497831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spc="-105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PROFISSIONAL DE TECNOLOGIA E INOVAÇÃO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79387" y="2772263"/>
            <a:ext cx="5269586" cy="1896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660" spc="-83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"TENHO INTERESSE EM EXPLORAR OUTRAS ÁREAS DA TECNOLOGIA E REALIZAR NOVOS CURSOS, BUSCANDO AMPLIAR MEUS CONHECIMENTOS, DESENVOLVER NOVAS HABILIDADES E DESCOBRIR DIFERENTES CAMINHOS DENTRO DA ÁREA PROFISSIONAL."</a:t>
            </a:r>
          </a:p>
          <a:p>
            <a:pPr algn="l">
              <a:lnSpc>
                <a:spcPts val="2159"/>
              </a:lnSpc>
            </a:pPr>
          </a:p>
          <a:p>
            <a:pPr algn="l">
              <a:lnSpc>
                <a:spcPts val="215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7666751" y="8506597"/>
            <a:ext cx="6124952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spc="-105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ANALISTA DE POWER BI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32737" y="5254185"/>
            <a:ext cx="6124952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spc="-105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ESTÁGIO EM POWER BI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632737" y="5680020"/>
            <a:ext cx="502749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spc="-105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ESTÁGIO EM ADMINISTRAÇÃO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32737" y="6110550"/>
            <a:ext cx="502749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spc="-105">
                <a:solidFill>
                  <a:srgbClr val="D9D9D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ESTÁGIO EM TECNOLOGIA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78420" y="6781425"/>
            <a:ext cx="4812483" cy="696960"/>
            <a:chOff x="0" y="0"/>
            <a:chExt cx="905536" cy="1311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5536" cy="131143"/>
            </a:xfrm>
            <a:custGeom>
              <a:avLst/>
              <a:gdLst/>
              <a:ahLst/>
              <a:cxnLst/>
              <a:rect r="r" b="b" t="t" l="l"/>
              <a:pathLst>
                <a:path h="131143" w="905536">
                  <a:moveTo>
                    <a:pt x="65571" y="0"/>
                  </a:moveTo>
                  <a:lnTo>
                    <a:pt x="839965" y="0"/>
                  </a:lnTo>
                  <a:cubicBezTo>
                    <a:pt x="857355" y="0"/>
                    <a:pt x="874034" y="6908"/>
                    <a:pt x="886331" y="19205"/>
                  </a:cubicBezTo>
                  <a:cubicBezTo>
                    <a:pt x="898628" y="31502"/>
                    <a:pt x="905536" y="48181"/>
                    <a:pt x="905536" y="65571"/>
                  </a:cubicBezTo>
                  <a:lnTo>
                    <a:pt x="905536" y="65571"/>
                  </a:lnTo>
                  <a:cubicBezTo>
                    <a:pt x="905536" y="101785"/>
                    <a:pt x="876179" y="131143"/>
                    <a:pt x="839965" y="131143"/>
                  </a:cubicBezTo>
                  <a:lnTo>
                    <a:pt x="65571" y="131143"/>
                  </a:lnTo>
                  <a:cubicBezTo>
                    <a:pt x="29357" y="131143"/>
                    <a:pt x="0" y="101785"/>
                    <a:pt x="0" y="65571"/>
                  </a:cubicBezTo>
                  <a:lnTo>
                    <a:pt x="0" y="65571"/>
                  </a:lnTo>
                  <a:cubicBezTo>
                    <a:pt x="0" y="29357"/>
                    <a:pt x="29357" y="0"/>
                    <a:pt x="65571" y="0"/>
                  </a:cubicBezTo>
                  <a:close/>
                </a:path>
              </a:pathLst>
            </a:custGeom>
            <a:solidFill>
              <a:srgbClr val="161A1D"/>
            </a:solidFill>
            <a:ln w="19050" cap="rnd">
              <a:solidFill>
                <a:srgbClr val="FF6694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905536" cy="178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678420" y="7808941"/>
            <a:ext cx="5421881" cy="741754"/>
            <a:chOff x="0" y="0"/>
            <a:chExt cx="1020203" cy="1395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0203" cy="139571"/>
            </a:xfrm>
            <a:custGeom>
              <a:avLst/>
              <a:gdLst/>
              <a:ahLst/>
              <a:cxnLst/>
              <a:rect r="r" b="b" t="t" l="l"/>
              <a:pathLst>
                <a:path h="139571" w="1020203">
                  <a:moveTo>
                    <a:pt x="69786" y="0"/>
                  </a:moveTo>
                  <a:lnTo>
                    <a:pt x="950417" y="0"/>
                  </a:lnTo>
                  <a:cubicBezTo>
                    <a:pt x="968926" y="0"/>
                    <a:pt x="986676" y="7352"/>
                    <a:pt x="999763" y="20440"/>
                  </a:cubicBezTo>
                  <a:cubicBezTo>
                    <a:pt x="1012851" y="33527"/>
                    <a:pt x="1020203" y="51277"/>
                    <a:pt x="1020203" y="69786"/>
                  </a:cubicBezTo>
                  <a:lnTo>
                    <a:pt x="1020203" y="69786"/>
                  </a:lnTo>
                  <a:cubicBezTo>
                    <a:pt x="1020203" y="108327"/>
                    <a:pt x="988959" y="139571"/>
                    <a:pt x="950417" y="139571"/>
                  </a:cubicBezTo>
                  <a:lnTo>
                    <a:pt x="69786" y="139571"/>
                  </a:lnTo>
                  <a:cubicBezTo>
                    <a:pt x="51277" y="139571"/>
                    <a:pt x="33527" y="132219"/>
                    <a:pt x="20440" y="119132"/>
                  </a:cubicBezTo>
                  <a:cubicBezTo>
                    <a:pt x="7352" y="106044"/>
                    <a:pt x="0" y="88294"/>
                    <a:pt x="0" y="69786"/>
                  </a:cubicBezTo>
                  <a:lnTo>
                    <a:pt x="0" y="69786"/>
                  </a:lnTo>
                  <a:cubicBezTo>
                    <a:pt x="0" y="51277"/>
                    <a:pt x="7352" y="33527"/>
                    <a:pt x="20440" y="20440"/>
                  </a:cubicBezTo>
                  <a:cubicBezTo>
                    <a:pt x="33527" y="7352"/>
                    <a:pt x="51277" y="0"/>
                    <a:pt x="69786" y="0"/>
                  </a:cubicBezTo>
                  <a:close/>
                </a:path>
              </a:pathLst>
            </a:custGeom>
            <a:solidFill>
              <a:srgbClr val="161A1D"/>
            </a:solidFill>
            <a:ln w="19050" cap="rnd">
              <a:solidFill>
                <a:srgbClr val="FF6694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020203" cy="1871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99028" y="7808941"/>
            <a:ext cx="3515035" cy="696960"/>
            <a:chOff x="0" y="0"/>
            <a:chExt cx="661403" cy="1311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1403" cy="131143"/>
            </a:xfrm>
            <a:custGeom>
              <a:avLst/>
              <a:gdLst/>
              <a:ahLst/>
              <a:cxnLst/>
              <a:rect r="r" b="b" t="t" l="l"/>
              <a:pathLst>
                <a:path h="131143" w="661403">
                  <a:moveTo>
                    <a:pt x="65571" y="0"/>
                  </a:moveTo>
                  <a:lnTo>
                    <a:pt x="595832" y="0"/>
                  </a:lnTo>
                  <a:cubicBezTo>
                    <a:pt x="632046" y="0"/>
                    <a:pt x="661403" y="29357"/>
                    <a:pt x="661403" y="65571"/>
                  </a:cubicBezTo>
                  <a:lnTo>
                    <a:pt x="661403" y="65571"/>
                  </a:lnTo>
                  <a:cubicBezTo>
                    <a:pt x="661403" y="82962"/>
                    <a:pt x="654495" y="99640"/>
                    <a:pt x="642198" y="111937"/>
                  </a:cubicBezTo>
                  <a:cubicBezTo>
                    <a:pt x="629901" y="124234"/>
                    <a:pt x="613222" y="131143"/>
                    <a:pt x="595832" y="131143"/>
                  </a:cubicBezTo>
                  <a:lnTo>
                    <a:pt x="65571" y="131143"/>
                  </a:lnTo>
                  <a:cubicBezTo>
                    <a:pt x="29357" y="131143"/>
                    <a:pt x="0" y="101785"/>
                    <a:pt x="0" y="65571"/>
                  </a:cubicBezTo>
                  <a:lnTo>
                    <a:pt x="0" y="65571"/>
                  </a:lnTo>
                  <a:cubicBezTo>
                    <a:pt x="0" y="29357"/>
                    <a:pt x="29357" y="0"/>
                    <a:pt x="65571" y="0"/>
                  </a:cubicBezTo>
                  <a:close/>
                </a:path>
              </a:pathLst>
            </a:custGeom>
            <a:solidFill>
              <a:srgbClr val="161A1D"/>
            </a:solidFill>
            <a:ln w="19050" cap="rnd">
              <a:solidFill>
                <a:srgbClr val="FF6694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661403" cy="178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99028" y="8836456"/>
            <a:ext cx="2737585" cy="696960"/>
            <a:chOff x="0" y="0"/>
            <a:chExt cx="515115" cy="1311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5115" cy="131143"/>
            </a:xfrm>
            <a:custGeom>
              <a:avLst/>
              <a:gdLst/>
              <a:ahLst/>
              <a:cxnLst/>
              <a:rect r="r" b="b" t="t" l="l"/>
              <a:pathLst>
                <a:path h="131143" w="515115">
                  <a:moveTo>
                    <a:pt x="65571" y="0"/>
                  </a:moveTo>
                  <a:lnTo>
                    <a:pt x="449544" y="0"/>
                  </a:lnTo>
                  <a:cubicBezTo>
                    <a:pt x="485758" y="0"/>
                    <a:pt x="515115" y="29357"/>
                    <a:pt x="515115" y="65571"/>
                  </a:cubicBezTo>
                  <a:lnTo>
                    <a:pt x="515115" y="65571"/>
                  </a:lnTo>
                  <a:cubicBezTo>
                    <a:pt x="515115" y="82962"/>
                    <a:pt x="508207" y="99640"/>
                    <a:pt x="495910" y="111937"/>
                  </a:cubicBezTo>
                  <a:cubicBezTo>
                    <a:pt x="483613" y="124234"/>
                    <a:pt x="466934" y="131143"/>
                    <a:pt x="449544" y="131143"/>
                  </a:cubicBezTo>
                  <a:lnTo>
                    <a:pt x="65571" y="131143"/>
                  </a:lnTo>
                  <a:cubicBezTo>
                    <a:pt x="29357" y="131143"/>
                    <a:pt x="0" y="101785"/>
                    <a:pt x="0" y="65571"/>
                  </a:cubicBezTo>
                  <a:lnTo>
                    <a:pt x="0" y="65571"/>
                  </a:lnTo>
                  <a:cubicBezTo>
                    <a:pt x="0" y="29357"/>
                    <a:pt x="29357" y="0"/>
                    <a:pt x="65571" y="0"/>
                  </a:cubicBezTo>
                  <a:close/>
                </a:path>
              </a:pathLst>
            </a:custGeom>
            <a:solidFill>
              <a:srgbClr val="161A1D"/>
            </a:solidFill>
            <a:ln w="19050" cap="rnd">
              <a:solidFill>
                <a:srgbClr val="FF6694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15115" cy="178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7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701554">
            <a:off x="11265677" y="8889563"/>
            <a:ext cx="7315200" cy="877824"/>
          </a:xfrm>
          <a:custGeom>
            <a:avLst/>
            <a:gdLst/>
            <a:ahLst/>
            <a:cxnLst/>
            <a:rect r="r" b="b" t="t" l="l"/>
            <a:pathLst>
              <a:path h="877824" w="7315200">
                <a:moveTo>
                  <a:pt x="0" y="0"/>
                </a:moveTo>
                <a:lnTo>
                  <a:pt x="7315200" y="0"/>
                </a:lnTo>
                <a:lnTo>
                  <a:pt x="7315200" y="877824"/>
                </a:lnTo>
                <a:lnTo>
                  <a:pt x="0" y="877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871757">
            <a:off x="1363504" y="7620437"/>
            <a:ext cx="578737" cy="976396"/>
          </a:xfrm>
          <a:custGeom>
            <a:avLst/>
            <a:gdLst/>
            <a:ahLst/>
            <a:cxnLst/>
            <a:rect r="r" b="b" t="t" l="l"/>
            <a:pathLst>
              <a:path h="976396" w="578737">
                <a:moveTo>
                  <a:pt x="0" y="0"/>
                </a:moveTo>
                <a:lnTo>
                  <a:pt x="578737" y="0"/>
                </a:lnTo>
                <a:lnTo>
                  <a:pt x="578737" y="976396"/>
                </a:lnTo>
                <a:lnTo>
                  <a:pt x="0" y="9763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2944965">
            <a:off x="16411495" y="1078919"/>
            <a:ext cx="578737" cy="976396"/>
          </a:xfrm>
          <a:custGeom>
            <a:avLst/>
            <a:gdLst/>
            <a:ahLst/>
            <a:cxnLst/>
            <a:rect r="r" b="b" t="t" l="l"/>
            <a:pathLst>
              <a:path h="976396" w="578737">
                <a:moveTo>
                  <a:pt x="0" y="0"/>
                </a:moveTo>
                <a:lnTo>
                  <a:pt x="578736" y="0"/>
                </a:lnTo>
                <a:lnTo>
                  <a:pt x="578736" y="976396"/>
                </a:lnTo>
                <a:lnTo>
                  <a:pt x="0" y="9763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621476" y="3953191"/>
            <a:ext cx="3637824" cy="4226627"/>
          </a:xfrm>
          <a:custGeom>
            <a:avLst/>
            <a:gdLst/>
            <a:ahLst/>
            <a:cxnLst/>
            <a:rect r="r" b="b" t="t" l="l"/>
            <a:pathLst>
              <a:path h="4226627" w="3637824">
                <a:moveTo>
                  <a:pt x="0" y="0"/>
                </a:moveTo>
                <a:lnTo>
                  <a:pt x="3637824" y="0"/>
                </a:lnTo>
                <a:lnTo>
                  <a:pt x="3637824" y="4226627"/>
                </a:lnTo>
                <a:lnTo>
                  <a:pt x="0" y="422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7976" r="-4869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87887" y="1629589"/>
            <a:ext cx="13612879" cy="422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3"/>
              </a:lnSpc>
            </a:pPr>
            <a:r>
              <a:rPr lang="en-US" sz="7043" spc="-711">
                <a:solidFill>
                  <a:srgbClr val="FF669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"Meu objetivo é construir uma carreira sólida na área de tecnologia, explorando diferentes áreas e encontrando o caminho onde eu possa aprender, crescer e contribuir com soluções inovadoras."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72757" y="6917367"/>
            <a:ext cx="4423808" cy="37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5"/>
              </a:lnSpc>
              <a:spcBef>
                <a:spcPct val="0"/>
              </a:spcBef>
            </a:pPr>
            <a:r>
              <a:rPr lang="en-US" b="true" sz="2239" spc="-111">
                <a:solidFill>
                  <a:srgbClr val="D9D9D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LINKEDIN.COM/IN/JULIABULGURLU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64683" y="7967318"/>
            <a:ext cx="4849354" cy="37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5"/>
              </a:lnSpc>
              <a:spcBef>
                <a:spcPct val="0"/>
              </a:spcBef>
            </a:pPr>
            <a:r>
              <a:rPr lang="en-US" b="true" sz="2239" spc="-111">
                <a:solidFill>
                  <a:srgbClr val="D9D9D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HTTPS://GITHUB.COM/JULIABULGURLU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93365" y="7944883"/>
            <a:ext cx="3084317" cy="37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5"/>
              </a:lnSpc>
              <a:spcBef>
                <a:spcPct val="0"/>
              </a:spcBef>
            </a:pPr>
            <a:r>
              <a:rPr lang="en-US" b="true" sz="2239" spc="-111">
                <a:solidFill>
                  <a:srgbClr val="D9D9D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@JULIABULGURLU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418737" y="8972398"/>
            <a:ext cx="2498167" cy="37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5"/>
              </a:lnSpc>
              <a:spcBef>
                <a:spcPct val="0"/>
              </a:spcBef>
            </a:pPr>
            <a:r>
              <a:rPr lang="en-US" b="true" sz="2239" spc="-111">
                <a:solidFill>
                  <a:srgbClr val="D9D9D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11 989670273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DAHC0kD001s</dc:identifier>
  <dcterms:modified xsi:type="dcterms:W3CDTF">2011-08-01T06:04:30Z</dcterms:modified>
  <cp:revision>1</cp:revision>
  <dc:title>Portfólio</dc:title>
</cp:coreProperties>
</file>